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0c3bcd9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0c3bcd9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0c3bcd9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0c3bcd9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0c3bcd97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0c3bcd97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0c3bcd97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0c3bcd97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0c3bcd97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0c3bcd97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0c3bcd97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0c3bcd97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0c3bcd97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0c3bcd97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0c3bcd97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0c3bcd97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c3bcd97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0c3bcd97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0c3bcd97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0c3bcd97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0c3bcd97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0c3bcd97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0c3bcd97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0c3bcd97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0c3bcd97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0c3bcd97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0c3bcd97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0c3bcd97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56f8b77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56f8b77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56f8b77d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56f8b77d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56f8b77d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56f8b77d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56f8b77d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56f8b77d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56f8b77d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56f8b77d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56f8b77d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56f8b77d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56f8b77d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56f8b77d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56f8b77d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56f8b77d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56f8b77d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56f8b77d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0c3bcd97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0c3bcd97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0c3bcd97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0c3bcd97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0c3bcd97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0c3bcd97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0c3bcd97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0c3bcd97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0c3bcd97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0c3bcd97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0c3bcd97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0c3bcd97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0c3bcd97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0c3bcd97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0c3bcd97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0c3bcd97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0c3bcd97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0c3bcd97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0c3bcd97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0c3bcd97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0c3bcd976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0c3bcd976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0c3bcd97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0c3bcd97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0c3bcd97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0c3bcd97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0c3bcd97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0c3bcd97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0c3bcd97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0c3bcd97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56f8b77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956f8b77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0c3bcd97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0c3bcd97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Design &amp; Normalization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32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2 - Database Design &amp; Normalization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60350"/>
            <a:ext cx="8520600" cy="29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vs Schema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Tables, Rows, Columns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Database Design Principles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1NF, 2NF, 3NF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Removing redundancy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Real-world examples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</a:t>
            </a:r>
            <a:r>
              <a:rPr lang="en"/>
              <a:t>Database vs Schema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What is a Database?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A </a:t>
            </a:r>
            <a:r>
              <a:rPr b="1" lang="en" sz="1700">
                <a:solidFill>
                  <a:schemeClr val="dk1"/>
                </a:solidFill>
              </a:rPr>
              <a:t>database</a:t>
            </a:r>
            <a:r>
              <a:rPr lang="en" sz="1700">
                <a:solidFill>
                  <a:schemeClr val="dk1"/>
                </a:solidFill>
              </a:rPr>
              <a:t> is a collection of related data organized for easy access.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Example: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ecommerce_db</a:t>
            </a:r>
            <a:b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college_db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Schema?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</a:rPr>
              <a:t>A schema is the blueprint or structure that defines how data is organized and stored in a database. </a:t>
            </a:r>
            <a:endParaRPr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</a:rPr>
              <a:t>It outlines the tables, fields, relationships, views, indexes, and other elements within the database.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Simple explanation: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Database = Container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Schema = Folder inside container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Tables = Files inside folder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25" y="1223950"/>
            <a:ext cx="68580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– Using phpMyAdmin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4559725" cy="183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4775" y="1171575"/>
            <a:ext cx="4930900" cy="28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Part 2: Tables, Rows, Columns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31" y="1178387"/>
            <a:ext cx="6629325" cy="27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&amp; Columns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00" y="1207351"/>
            <a:ext cx="2971550" cy="30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450" y="1243425"/>
            <a:ext cx="3555800" cy="28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75" y="509800"/>
            <a:ext cx="5376115" cy="40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87" y="509024"/>
            <a:ext cx="6792425" cy="30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Database Design Principles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Good database design means: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Avoid Data Redundancy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Use Proper Data 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Use Primary Keys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 Use Foreign Keys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 Normalize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6. Keep Data Atomic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69" y="519619"/>
            <a:ext cx="6601475" cy="40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Design Example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50" y="1256355"/>
            <a:ext cx="4469913" cy="33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Design Example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25" y="1255925"/>
            <a:ext cx="5949100" cy="27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4: Normalization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Normalization</a:t>
            </a:r>
            <a:r>
              <a:rPr lang="en">
                <a:solidFill>
                  <a:schemeClr val="dk1"/>
                </a:solidFill>
              </a:rPr>
              <a:t> is the process of organizing data in a database to: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Reduce data duplication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Avoid data inconsistency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 data integrity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Make updates safer and cleaner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simple words: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Normalization = Splitting big messy tables into smaller related tables in a smart way.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00" y="517500"/>
            <a:ext cx="8520600" cy="296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00" y="445025"/>
            <a:ext cx="5797875" cy="39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150" y="445025"/>
            <a:ext cx="600139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76225"/>
            <a:ext cx="4714875" cy="45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76250"/>
            <a:ext cx="73342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4827922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2900"/>
            <a:ext cx="457200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5087775" cy="39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76601"/>
            <a:ext cx="5505500" cy="43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Step-by-Step Real World Example (E-Commerce)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Query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1516600" y="250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Visual ER diagr</a:t>
            </a:r>
            <a:r>
              <a:rPr lang="en" sz="3220"/>
              <a:t>am</a:t>
            </a:r>
            <a:endParaRPr sz="3220"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ER Diagram?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ER = Entity Relationship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visually shows: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📦 Entities (Tables)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🧾 Attributes (Columns)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🔗 Relationships (Connections)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🔑 Primary Keys &amp; Foreign Keys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Entities (Tables)</a:t>
            </a:r>
            <a:endParaRPr/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In our system we have: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Customers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Orders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Products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Order_Items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Each one is an </a:t>
            </a:r>
            <a:r>
              <a:rPr b="1" lang="en" sz="1700">
                <a:solidFill>
                  <a:schemeClr val="dk1"/>
                </a:solidFill>
              </a:rPr>
              <a:t>Entity</a:t>
            </a:r>
            <a:r>
              <a:rPr lang="en" sz="1700">
                <a:solidFill>
                  <a:schemeClr val="dk1"/>
                </a:solidFill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ER Diagram Structure</a:t>
            </a:r>
            <a:endParaRPr/>
          </a:p>
        </p:txBody>
      </p:sp>
      <p:sp>
        <p:nvSpPr>
          <p:cNvPr id="243" name="Google Shape;24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700" y="1210650"/>
            <a:ext cx="2008100" cy="143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6050" y="1204638"/>
            <a:ext cx="2008100" cy="1442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076" y="2839800"/>
            <a:ext cx="2142250" cy="153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6053" y="2860415"/>
            <a:ext cx="2679609" cy="15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Relationships (Very Important)</a:t>
            </a:r>
            <a:endParaRPr/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00" y="1152475"/>
            <a:ext cx="3409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75" y="581500"/>
            <a:ext cx="45509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25" y="546625"/>
            <a:ext cx="4749525" cy="33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Visual ER Diagram (Combined)</a:t>
            </a:r>
            <a:endParaRPr/>
          </a:p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025" y="1152475"/>
            <a:ext cx="1824300" cy="35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Many-to-Many Concept</a:t>
            </a:r>
            <a:endParaRPr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50" y="1152475"/>
            <a:ext cx="5052800" cy="35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Understanding the Many-to-Many Concept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25" y="1152475"/>
            <a:ext cx="5098275" cy="35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ER Diagram is Important?</a:t>
            </a:r>
            <a:endParaRPr/>
          </a:p>
        </p:txBody>
      </p:sp>
      <p:sp>
        <p:nvSpPr>
          <p:cNvPr id="295" name="Google Shape;29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Before coding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Helps plan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Avoids redundancy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✔ Shows relationships clearly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✔ Used in interviews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623888"/>
            <a:ext cx="8467725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Classroom activity</a:t>
            </a:r>
            <a:endParaRPr/>
          </a:p>
        </p:txBody>
      </p:sp>
      <p:sp>
        <p:nvSpPr>
          <p:cNvPr id="308" name="Google Shape;30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975" y="1102651"/>
            <a:ext cx="3188750" cy="351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</a:t>
            </a:r>
            <a:endParaRPr/>
          </a:p>
        </p:txBody>
      </p:sp>
      <p:sp>
        <p:nvSpPr>
          <p:cNvPr id="315" name="Google Shape;31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750" y="187925"/>
            <a:ext cx="4132925" cy="47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2</a:t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Link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3"/>
          <p:cNvSpPr txBox="1"/>
          <p:nvPr>
            <p:ph type="title"/>
          </p:nvPr>
        </p:nvSpPr>
        <p:spPr>
          <a:xfrm>
            <a:off x="3237900" y="2285400"/>
            <a:ext cx="28383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