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832582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832582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832582c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832582c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0832582c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0832582c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0832582c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0832582c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0832582c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0832582c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0832582c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0832582c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0832582c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0832582c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0832582c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0832582c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0832582c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0832582c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0832582c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0832582c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0832582c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0832582c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0832582c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0832582c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0832582c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0832582c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0832582c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0832582c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0832582ce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0832582c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5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CRUD Operations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 Covered: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59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70"/>
              <a:buChar char="●"/>
            </a:pPr>
            <a:r>
              <a:rPr lang="en" sz="1860"/>
              <a:t>INSERT</a:t>
            </a:r>
            <a:endParaRPr sz="1860"/>
          </a:p>
          <a:p>
            <a:pPr indent="-3155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0"/>
              <a:buChar char="●"/>
            </a:pPr>
            <a:r>
              <a:rPr lang="en" sz="1860"/>
              <a:t>SELECT</a:t>
            </a:r>
            <a:endParaRPr sz="1860"/>
          </a:p>
          <a:p>
            <a:pPr indent="-3155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0"/>
              <a:buChar char="●"/>
            </a:pPr>
            <a:r>
              <a:rPr lang="en" sz="1860"/>
              <a:t>WHERE</a:t>
            </a:r>
            <a:endParaRPr sz="1860"/>
          </a:p>
          <a:p>
            <a:pPr indent="-3155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0"/>
              <a:buChar char="●"/>
            </a:pPr>
            <a:r>
              <a:rPr lang="en" sz="1860"/>
              <a:t>AND / OR</a:t>
            </a:r>
            <a:endParaRPr sz="1860"/>
          </a:p>
          <a:p>
            <a:pPr indent="-3155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0"/>
              <a:buChar char="●"/>
            </a:pPr>
            <a:r>
              <a:rPr lang="en" sz="1860"/>
              <a:t>LIKE, IN, BETWEEN</a:t>
            </a:r>
            <a:endParaRPr sz="1860"/>
          </a:p>
          <a:p>
            <a:pPr indent="-3155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0"/>
              <a:buChar char="●"/>
            </a:pPr>
            <a:r>
              <a:rPr lang="en" sz="1860"/>
              <a:t>ORDER BY</a:t>
            </a:r>
            <a:endParaRPr sz="1860"/>
          </a:p>
          <a:p>
            <a:pPr indent="-3155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0"/>
              <a:buChar char="●"/>
            </a:pPr>
            <a:r>
              <a:rPr lang="en" sz="1860"/>
              <a:t>LIMIT / OFFSET</a:t>
            </a:r>
            <a:endParaRPr sz="1860"/>
          </a:p>
          <a:p>
            <a:pPr indent="-3155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0"/>
              <a:buChar char="●"/>
            </a:pPr>
            <a:r>
              <a:rPr lang="en" sz="1860"/>
              <a:t>UPDATE</a:t>
            </a:r>
            <a:endParaRPr sz="1860"/>
          </a:p>
          <a:p>
            <a:pPr indent="-3155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0"/>
              <a:buChar char="●"/>
            </a:pPr>
            <a:r>
              <a:rPr lang="en" sz="1860"/>
              <a:t>DELETE</a:t>
            </a:r>
            <a:endParaRPr sz="186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865"/>
              <a:t>By the end of this session trainees will be able to:</a:t>
            </a:r>
            <a:endParaRPr sz="1865"/>
          </a:p>
          <a:p>
            <a:pPr indent="-3059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" sz="1865"/>
              <a:t>Insert data into tables</a:t>
            </a:r>
            <a:br>
              <a:rPr lang="en" sz="1865"/>
            </a:br>
            <a:endParaRPr sz="1865"/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" sz="1865"/>
              <a:t>Retrieve data using queries</a:t>
            </a:r>
            <a:br>
              <a:rPr lang="en" sz="1865"/>
            </a:br>
            <a:endParaRPr sz="1865"/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" sz="1865"/>
              <a:t>Filter data using conditions</a:t>
            </a:r>
            <a:br>
              <a:rPr lang="en" sz="1865"/>
            </a:br>
            <a:endParaRPr sz="1865"/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" sz="1865"/>
              <a:t>Sort and limit results</a:t>
            </a:r>
            <a:br>
              <a:rPr lang="en" sz="1865"/>
            </a:br>
            <a:endParaRPr sz="1865"/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" sz="1865"/>
              <a:t>Update existing records</a:t>
            </a:r>
            <a:br>
              <a:rPr lang="en" sz="1865"/>
            </a:br>
            <a:endParaRPr sz="1865"/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" sz="1865"/>
              <a:t>Delete records safely</a:t>
            </a:r>
            <a:endParaRPr sz="186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CRUD?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925" y="1152475"/>
            <a:ext cx="7597874" cy="35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CRUD in Real World Applications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7189775" cy="356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 (Create Data)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84275"/>
            <a:ext cx="4467225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8925" y="3178075"/>
            <a:ext cx="4370675" cy="126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(Read Data)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2400" y="770600"/>
            <a:ext cx="4108700" cy="410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WHERE, AND, OR (Filtering Data)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414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 </a:t>
            </a:r>
            <a:r>
              <a:rPr b="1" lang="en" sz="1600">
                <a:solidFill>
                  <a:schemeClr val="dk1"/>
                </a:solidFill>
              </a:rPr>
              <a:t>WHERE clause filters records</a:t>
            </a:r>
            <a:r>
              <a:rPr lang="en" sz="1600">
                <a:solidFill>
                  <a:schemeClr val="dk1"/>
                </a:solidFill>
              </a:rPr>
              <a:t> based on conditions.</a:t>
            </a:r>
            <a:endParaRPr sz="2300"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41425"/>
            <a:ext cx="4260300" cy="358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750" y="2688925"/>
            <a:ext cx="4086225" cy="1396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LIKE, IN, BETWEEN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9032" y="658964"/>
            <a:ext cx="3838575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4352426" cy="254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288" y="3167425"/>
            <a:ext cx="29813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0713" y="2310175"/>
            <a:ext cx="3419475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BY, LIMIT, OFFSET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4700" y="338800"/>
            <a:ext cx="3352800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(Modify Data)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418" y="1152475"/>
            <a:ext cx="3324225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3225" y="3666526"/>
            <a:ext cx="4012750" cy="9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 (Remove Data)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537" y="1205163"/>
            <a:ext cx="3417350" cy="365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In this module we learned: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INSERT – Add records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SELECT – Retrieve records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WHERE – Filter records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LIKE / IN / BETWEEN – Advanced filtering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ORDER BY – Sorting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LIMIT / OFFSET – Pagination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UPDATE – Modify records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DELETE – Remove records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These operations form the </a:t>
            </a:r>
            <a:r>
              <a:rPr b="1" lang="en" sz="1700">
                <a:solidFill>
                  <a:schemeClr val="dk1"/>
                </a:solidFill>
              </a:rPr>
              <a:t>foundation of SQL database interaction</a:t>
            </a:r>
            <a:r>
              <a:rPr lang="en" sz="1700">
                <a:solidFill>
                  <a:schemeClr val="dk1"/>
                </a:solidFill>
              </a:rPr>
              <a:t>.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session</a:t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MCQ Test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